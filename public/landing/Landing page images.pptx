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3105"/>
    <a:srgbClr val="5D4007"/>
    <a:srgbClr val="755109"/>
    <a:srgbClr val="BE830E"/>
    <a:srgbClr val="FAE5B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B095D3-F398-22BC-BB0B-F3BA79BDAACD}"/>
              </a:ext>
            </a:extLst>
          </p:cNvPr>
          <p:cNvSpPr>
            <a:spLocks noGrp="1"/>
          </p:cNvSpPr>
          <p:nvPr>
            <p:ph type="ctrTitle"/>
          </p:nvPr>
        </p:nvSpPr>
        <p:spPr>
          <a:xfrm>
            <a:off x="1524000" y="1122363"/>
            <a:ext cx="9144000" cy="2387600"/>
          </a:xfrm>
        </p:spPr>
        <p:txBody>
          <a:bodyPr anchor="b"/>
          <a:lstStyle>
            <a:lvl1pPr algn="ctr">
              <a:defRPr sz="6000"/>
            </a:lvl1pPr>
          </a:lstStyle>
          <a:p>
            <a:r>
              <a:rPr lang="da-DK"/>
              <a:t>Klik for at redigere titeltypografien i masteren</a:t>
            </a:r>
          </a:p>
        </p:txBody>
      </p:sp>
      <p:sp>
        <p:nvSpPr>
          <p:cNvPr id="3" name="Undertitel 2">
            <a:extLst>
              <a:ext uri="{FF2B5EF4-FFF2-40B4-BE49-F238E27FC236}">
                <a16:creationId xmlns:a16="http://schemas.microsoft.com/office/drawing/2014/main" id="{767CB9C5-7AC7-5EAF-DD3D-3208E9AC38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p>
        </p:txBody>
      </p:sp>
      <p:sp>
        <p:nvSpPr>
          <p:cNvPr id="4" name="Pladsholder til dato 3">
            <a:extLst>
              <a:ext uri="{FF2B5EF4-FFF2-40B4-BE49-F238E27FC236}">
                <a16:creationId xmlns:a16="http://schemas.microsoft.com/office/drawing/2014/main" id="{C97422CB-4B17-297C-831F-22F3FF92C712}"/>
              </a:ext>
            </a:extLst>
          </p:cNvPr>
          <p:cNvSpPr>
            <a:spLocks noGrp="1"/>
          </p:cNvSpPr>
          <p:nvPr>
            <p:ph type="dt" sz="half" idx="10"/>
          </p:nvPr>
        </p:nvSpPr>
        <p:spPr/>
        <p:txBody>
          <a:bodyPr/>
          <a:lstStyle/>
          <a:p>
            <a:fld id="{90F35A20-FC08-44D5-B50B-DC5A9485834A}" type="datetimeFigureOut">
              <a:rPr lang="da-DK" smtClean="0"/>
              <a:t>16-01-2026</a:t>
            </a:fld>
            <a:endParaRPr lang="da-DK"/>
          </a:p>
        </p:txBody>
      </p:sp>
      <p:sp>
        <p:nvSpPr>
          <p:cNvPr id="5" name="Pladsholder til sidefod 4">
            <a:extLst>
              <a:ext uri="{FF2B5EF4-FFF2-40B4-BE49-F238E27FC236}">
                <a16:creationId xmlns:a16="http://schemas.microsoft.com/office/drawing/2014/main" id="{B9BFE76F-3906-199E-9858-A8595AD8E576}"/>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6CBB2110-F178-9D34-CCD3-8248994FAFA2}"/>
              </a:ext>
            </a:extLst>
          </p:cNvPr>
          <p:cNvSpPr>
            <a:spLocks noGrp="1"/>
          </p:cNvSpPr>
          <p:nvPr>
            <p:ph type="sldNum" sz="quarter" idx="12"/>
          </p:nvPr>
        </p:nvSpPr>
        <p:spPr/>
        <p:txBody>
          <a:bodyPr/>
          <a:lstStyle/>
          <a:p>
            <a:fld id="{05871553-9B9C-4F39-B701-077188A9CAEA}" type="slidenum">
              <a:rPr lang="da-DK" smtClean="0"/>
              <a:t>‹nr.›</a:t>
            </a:fld>
            <a:endParaRPr lang="da-DK"/>
          </a:p>
        </p:txBody>
      </p:sp>
    </p:spTree>
    <p:extLst>
      <p:ext uri="{BB962C8B-B14F-4D97-AF65-F5344CB8AC3E}">
        <p14:creationId xmlns:p14="http://schemas.microsoft.com/office/powerpoint/2010/main" val="1818444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49C1F3D-C60C-67C2-23D2-3952E16FFCD8}"/>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E8FAE3F5-C40F-95D9-A4F8-215AE857CA7A}"/>
              </a:ext>
            </a:extLst>
          </p:cNvPr>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540B857E-242B-1821-CB29-4BA1FF4C3BC6}"/>
              </a:ext>
            </a:extLst>
          </p:cNvPr>
          <p:cNvSpPr>
            <a:spLocks noGrp="1"/>
          </p:cNvSpPr>
          <p:nvPr>
            <p:ph type="dt" sz="half" idx="10"/>
          </p:nvPr>
        </p:nvSpPr>
        <p:spPr/>
        <p:txBody>
          <a:bodyPr/>
          <a:lstStyle/>
          <a:p>
            <a:fld id="{90F35A20-FC08-44D5-B50B-DC5A9485834A}" type="datetimeFigureOut">
              <a:rPr lang="da-DK" smtClean="0"/>
              <a:t>16-01-2026</a:t>
            </a:fld>
            <a:endParaRPr lang="da-DK"/>
          </a:p>
        </p:txBody>
      </p:sp>
      <p:sp>
        <p:nvSpPr>
          <p:cNvPr id="5" name="Pladsholder til sidefod 4">
            <a:extLst>
              <a:ext uri="{FF2B5EF4-FFF2-40B4-BE49-F238E27FC236}">
                <a16:creationId xmlns:a16="http://schemas.microsoft.com/office/drawing/2014/main" id="{ACAE3FF1-AA48-0DA6-BF2D-B9098FE58F5A}"/>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09EADC6F-447D-1FE5-10F6-815C4015ACCB}"/>
              </a:ext>
            </a:extLst>
          </p:cNvPr>
          <p:cNvSpPr>
            <a:spLocks noGrp="1"/>
          </p:cNvSpPr>
          <p:nvPr>
            <p:ph type="sldNum" sz="quarter" idx="12"/>
          </p:nvPr>
        </p:nvSpPr>
        <p:spPr/>
        <p:txBody>
          <a:bodyPr/>
          <a:lstStyle/>
          <a:p>
            <a:fld id="{05871553-9B9C-4F39-B701-077188A9CAEA}" type="slidenum">
              <a:rPr lang="da-DK" smtClean="0"/>
              <a:t>‹nr.›</a:t>
            </a:fld>
            <a:endParaRPr lang="da-DK"/>
          </a:p>
        </p:txBody>
      </p:sp>
    </p:spTree>
    <p:extLst>
      <p:ext uri="{BB962C8B-B14F-4D97-AF65-F5344CB8AC3E}">
        <p14:creationId xmlns:p14="http://schemas.microsoft.com/office/powerpoint/2010/main" val="3951255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D54AB6-3D45-4B3A-EC88-03C510B60026}"/>
              </a:ext>
            </a:extLst>
          </p:cNvPr>
          <p:cNvSpPr>
            <a:spLocks noGrp="1"/>
          </p:cNvSpPr>
          <p:nvPr>
            <p:ph type="title"/>
          </p:nvPr>
        </p:nvSpPr>
        <p:spPr>
          <a:xfrm>
            <a:off x="831850" y="1709738"/>
            <a:ext cx="10515600" cy="2852737"/>
          </a:xfrm>
        </p:spPr>
        <p:txBody>
          <a:bodyPr anchor="b"/>
          <a:lstStyle>
            <a:lvl1pPr>
              <a:defRPr sz="6000"/>
            </a:lvl1pPr>
          </a:lstStyle>
          <a:p>
            <a:r>
              <a:rPr lang="da-DK"/>
              <a:t>Klik for at redigere titeltypografien i masteren</a:t>
            </a:r>
          </a:p>
        </p:txBody>
      </p:sp>
      <p:sp>
        <p:nvSpPr>
          <p:cNvPr id="3" name="Pladsholder til tekst 2">
            <a:extLst>
              <a:ext uri="{FF2B5EF4-FFF2-40B4-BE49-F238E27FC236}">
                <a16:creationId xmlns:a16="http://schemas.microsoft.com/office/drawing/2014/main" id="{461804C5-E213-D317-FC37-BB8D325C9F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a-DK"/>
              <a:t>Klik for at redigere teksttypografierne i masteren</a:t>
            </a:r>
          </a:p>
        </p:txBody>
      </p:sp>
      <p:sp>
        <p:nvSpPr>
          <p:cNvPr id="4" name="Pladsholder til dato 3">
            <a:extLst>
              <a:ext uri="{FF2B5EF4-FFF2-40B4-BE49-F238E27FC236}">
                <a16:creationId xmlns:a16="http://schemas.microsoft.com/office/drawing/2014/main" id="{DF4A5762-CF37-B599-8646-096F16FDC9CE}"/>
              </a:ext>
            </a:extLst>
          </p:cNvPr>
          <p:cNvSpPr>
            <a:spLocks noGrp="1"/>
          </p:cNvSpPr>
          <p:nvPr>
            <p:ph type="dt" sz="half" idx="10"/>
          </p:nvPr>
        </p:nvSpPr>
        <p:spPr/>
        <p:txBody>
          <a:bodyPr/>
          <a:lstStyle/>
          <a:p>
            <a:fld id="{90F35A20-FC08-44D5-B50B-DC5A9485834A}" type="datetimeFigureOut">
              <a:rPr lang="da-DK" smtClean="0"/>
              <a:t>16-01-2026</a:t>
            </a:fld>
            <a:endParaRPr lang="da-DK"/>
          </a:p>
        </p:txBody>
      </p:sp>
      <p:sp>
        <p:nvSpPr>
          <p:cNvPr id="5" name="Pladsholder til sidefod 4">
            <a:extLst>
              <a:ext uri="{FF2B5EF4-FFF2-40B4-BE49-F238E27FC236}">
                <a16:creationId xmlns:a16="http://schemas.microsoft.com/office/drawing/2014/main" id="{C5A2BCAB-4D23-3970-F01C-2FF59CF8413A}"/>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634178E2-3800-D297-4BAF-4EBF75CF4583}"/>
              </a:ext>
            </a:extLst>
          </p:cNvPr>
          <p:cNvSpPr>
            <a:spLocks noGrp="1"/>
          </p:cNvSpPr>
          <p:nvPr>
            <p:ph type="sldNum" sz="quarter" idx="12"/>
          </p:nvPr>
        </p:nvSpPr>
        <p:spPr/>
        <p:txBody>
          <a:bodyPr/>
          <a:lstStyle/>
          <a:p>
            <a:fld id="{05871553-9B9C-4F39-B701-077188A9CAEA}" type="slidenum">
              <a:rPr lang="da-DK" smtClean="0"/>
              <a:t>‹nr.›</a:t>
            </a:fld>
            <a:endParaRPr lang="da-DK"/>
          </a:p>
        </p:txBody>
      </p:sp>
    </p:spTree>
    <p:extLst>
      <p:ext uri="{BB962C8B-B14F-4D97-AF65-F5344CB8AC3E}">
        <p14:creationId xmlns:p14="http://schemas.microsoft.com/office/powerpoint/2010/main" val="1193635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58A4D7-4EEA-2F99-A807-EB2C035BC5A9}"/>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61F308E0-85C1-CBDB-1DA5-32D87054FADD}"/>
              </a:ext>
            </a:extLst>
          </p:cNvPr>
          <p:cNvSpPr>
            <a:spLocks noGrp="1"/>
          </p:cNvSpPr>
          <p:nvPr>
            <p:ph sz="half" idx="1"/>
          </p:nvPr>
        </p:nvSpPr>
        <p:spPr>
          <a:xfrm>
            <a:off x="838200" y="1825625"/>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indhold 3">
            <a:extLst>
              <a:ext uri="{FF2B5EF4-FFF2-40B4-BE49-F238E27FC236}">
                <a16:creationId xmlns:a16="http://schemas.microsoft.com/office/drawing/2014/main" id="{B3E7B95A-19FA-93E4-79DB-CE5493667E52}"/>
              </a:ext>
            </a:extLst>
          </p:cNvPr>
          <p:cNvSpPr>
            <a:spLocks noGrp="1"/>
          </p:cNvSpPr>
          <p:nvPr>
            <p:ph sz="half" idx="2"/>
          </p:nvPr>
        </p:nvSpPr>
        <p:spPr>
          <a:xfrm>
            <a:off x="6172200" y="1825625"/>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dato 4">
            <a:extLst>
              <a:ext uri="{FF2B5EF4-FFF2-40B4-BE49-F238E27FC236}">
                <a16:creationId xmlns:a16="http://schemas.microsoft.com/office/drawing/2014/main" id="{373CD3CF-1BBE-FB17-102C-D399FC82F970}"/>
              </a:ext>
            </a:extLst>
          </p:cNvPr>
          <p:cNvSpPr>
            <a:spLocks noGrp="1"/>
          </p:cNvSpPr>
          <p:nvPr>
            <p:ph type="dt" sz="half" idx="10"/>
          </p:nvPr>
        </p:nvSpPr>
        <p:spPr/>
        <p:txBody>
          <a:bodyPr/>
          <a:lstStyle/>
          <a:p>
            <a:fld id="{90F35A20-FC08-44D5-B50B-DC5A9485834A}" type="datetimeFigureOut">
              <a:rPr lang="da-DK" smtClean="0"/>
              <a:t>16-01-2026</a:t>
            </a:fld>
            <a:endParaRPr lang="da-DK"/>
          </a:p>
        </p:txBody>
      </p:sp>
      <p:sp>
        <p:nvSpPr>
          <p:cNvPr id="6" name="Pladsholder til sidefod 5">
            <a:extLst>
              <a:ext uri="{FF2B5EF4-FFF2-40B4-BE49-F238E27FC236}">
                <a16:creationId xmlns:a16="http://schemas.microsoft.com/office/drawing/2014/main" id="{D31BE405-8CA1-D74D-BA9B-9C6A7D431409}"/>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A6AF04BF-4724-57BD-DC17-92D071B69519}"/>
              </a:ext>
            </a:extLst>
          </p:cNvPr>
          <p:cNvSpPr>
            <a:spLocks noGrp="1"/>
          </p:cNvSpPr>
          <p:nvPr>
            <p:ph type="sldNum" sz="quarter" idx="12"/>
          </p:nvPr>
        </p:nvSpPr>
        <p:spPr/>
        <p:txBody>
          <a:bodyPr/>
          <a:lstStyle/>
          <a:p>
            <a:fld id="{05871553-9B9C-4F39-B701-077188A9CAEA}" type="slidenum">
              <a:rPr lang="da-DK" smtClean="0"/>
              <a:t>‹nr.›</a:t>
            </a:fld>
            <a:endParaRPr lang="da-DK"/>
          </a:p>
        </p:txBody>
      </p:sp>
    </p:spTree>
    <p:extLst>
      <p:ext uri="{BB962C8B-B14F-4D97-AF65-F5344CB8AC3E}">
        <p14:creationId xmlns:p14="http://schemas.microsoft.com/office/powerpoint/2010/main" val="896634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CE50D6-746E-09FA-7FD7-24CAB6D79FA1}"/>
              </a:ext>
            </a:extLst>
          </p:cNvPr>
          <p:cNvSpPr>
            <a:spLocks noGrp="1"/>
          </p:cNvSpPr>
          <p:nvPr>
            <p:ph type="title"/>
          </p:nvPr>
        </p:nvSpPr>
        <p:spPr>
          <a:xfrm>
            <a:off x="839788" y="365125"/>
            <a:ext cx="10515600" cy="1325563"/>
          </a:xfrm>
        </p:spPr>
        <p:txBody>
          <a:bodyPr/>
          <a:lstStyle/>
          <a:p>
            <a:r>
              <a:rPr lang="da-DK"/>
              <a:t>Klik for at redigere titeltypografien i masteren</a:t>
            </a:r>
          </a:p>
        </p:txBody>
      </p:sp>
      <p:sp>
        <p:nvSpPr>
          <p:cNvPr id="3" name="Pladsholder til tekst 2">
            <a:extLst>
              <a:ext uri="{FF2B5EF4-FFF2-40B4-BE49-F238E27FC236}">
                <a16:creationId xmlns:a16="http://schemas.microsoft.com/office/drawing/2014/main" id="{C3F162B1-544C-11C4-A361-A6902801EC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4" name="Pladsholder til indhold 3">
            <a:extLst>
              <a:ext uri="{FF2B5EF4-FFF2-40B4-BE49-F238E27FC236}">
                <a16:creationId xmlns:a16="http://schemas.microsoft.com/office/drawing/2014/main" id="{E58FCC89-216D-4BA5-2CB6-9F8C8940E718}"/>
              </a:ext>
            </a:extLst>
          </p:cNvPr>
          <p:cNvSpPr>
            <a:spLocks noGrp="1"/>
          </p:cNvSpPr>
          <p:nvPr>
            <p:ph sz="half" idx="2"/>
          </p:nvPr>
        </p:nvSpPr>
        <p:spPr>
          <a:xfrm>
            <a:off x="839788" y="2505075"/>
            <a:ext cx="5157787"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tekst 4">
            <a:extLst>
              <a:ext uri="{FF2B5EF4-FFF2-40B4-BE49-F238E27FC236}">
                <a16:creationId xmlns:a16="http://schemas.microsoft.com/office/drawing/2014/main" id="{D1688EBA-74AC-330E-55A2-E3C9449695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6" name="Pladsholder til indhold 5">
            <a:extLst>
              <a:ext uri="{FF2B5EF4-FFF2-40B4-BE49-F238E27FC236}">
                <a16:creationId xmlns:a16="http://schemas.microsoft.com/office/drawing/2014/main" id="{851007C3-D717-B059-4575-BFE0DEA853D6}"/>
              </a:ext>
            </a:extLst>
          </p:cNvPr>
          <p:cNvSpPr>
            <a:spLocks noGrp="1"/>
          </p:cNvSpPr>
          <p:nvPr>
            <p:ph sz="quarter" idx="4"/>
          </p:nvPr>
        </p:nvSpPr>
        <p:spPr>
          <a:xfrm>
            <a:off x="6172200" y="2505075"/>
            <a:ext cx="5183188"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7" name="Pladsholder til dato 6">
            <a:extLst>
              <a:ext uri="{FF2B5EF4-FFF2-40B4-BE49-F238E27FC236}">
                <a16:creationId xmlns:a16="http://schemas.microsoft.com/office/drawing/2014/main" id="{DC655216-096C-2F15-AE5A-2B58730F93BF}"/>
              </a:ext>
            </a:extLst>
          </p:cNvPr>
          <p:cNvSpPr>
            <a:spLocks noGrp="1"/>
          </p:cNvSpPr>
          <p:nvPr>
            <p:ph type="dt" sz="half" idx="10"/>
          </p:nvPr>
        </p:nvSpPr>
        <p:spPr/>
        <p:txBody>
          <a:bodyPr/>
          <a:lstStyle/>
          <a:p>
            <a:fld id="{90F35A20-FC08-44D5-B50B-DC5A9485834A}" type="datetimeFigureOut">
              <a:rPr lang="da-DK" smtClean="0"/>
              <a:t>16-01-2026</a:t>
            </a:fld>
            <a:endParaRPr lang="da-DK"/>
          </a:p>
        </p:txBody>
      </p:sp>
      <p:sp>
        <p:nvSpPr>
          <p:cNvPr id="8" name="Pladsholder til sidefod 7">
            <a:extLst>
              <a:ext uri="{FF2B5EF4-FFF2-40B4-BE49-F238E27FC236}">
                <a16:creationId xmlns:a16="http://schemas.microsoft.com/office/drawing/2014/main" id="{428A9485-8A6B-15F4-2B77-986EA6EBEF09}"/>
              </a:ext>
            </a:extLst>
          </p:cNvPr>
          <p:cNvSpPr>
            <a:spLocks noGrp="1"/>
          </p:cNvSpPr>
          <p:nvPr>
            <p:ph type="ftr" sz="quarter" idx="11"/>
          </p:nvPr>
        </p:nvSpPr>
        <p:spPr/>
        <p:txBody>
          <a:bodyPr/>
          <a:lstStyle/>
          <a:p>
            <a:endParaRPr lang="da-DK"/>
          </a:p>
        </p:txBody>
      </p:sp>
      <p:sp>
        <p:nvSpPr>
          <p:cNvPr id="9" name="Pladsholder til slidenummer 8">
            <a:extLst>
              <a:ext uri="{FF2B5EF4-FFF2-40B4-BE49-F238E27FC236}">
                <a16:creationId xmlns:a16="http://schemas.microsoft.com/office/drawing/2014/main" id="{511BA5C1-660D-BA43-BF29-C472D39B9D05}"/>
              </a:ext>
            </a:extLst>
          </p:cNvPr>
          <p:cNvSpPr>
            <a:spLocks noGrp="1"/>
          </p:cNvSpPr>
          <p:nvPr>
            <p:ph type="sldNum" sz="quarter" idx="12"/>
          </p:nvPr>
        </p:nvSpPr>
        <p:spPr/>
        <p:txBody>
          <a:bodyPr/>
          <a:lstStyle/>
          <a:p>
            <a:fld id="{05871553-9B9C-4F39-B701-077188A9CAEA}" type="slidenum">
              <a:rPr lang="da-DK" smtClean="0"/>
              <a:t>‹nr.›</a:t>
            </a:fld>
            <a:endParaRPr lang="da-DK"/>
          </a:p>
        </p:txBody>
      </p:sp>
    </p:spTree>
    <p:extLst>
      <p:ext uri="{BB962C8B-B14F-4D97-AF65-F5344CB8AC3E}">
        <p14:creationId xmlns:p14="http://schemas.microsoft.com/office/powerpoint/2010/main" val="791920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92F585-A05E-6C5C-AF29-91C7216DD289}"/>
              </a:ext>
            </a:extLst>
          </p:cNvPr>
          <p:cNvSpPr>
            <a:spLocks noGrp="1"/>
          </p:cNvSpPr>
          <p:nvPr>
            <p:ph type="title"/>
          </p:nvPr>
        </p:nvSpPr>
        <p:spPr/>
        <p:txBody>
          <a:bodyPr/>
          <a:lstStyle/>
          <a:p>
            <a:r>
              <a:rPr lang="da-DK"/>
              <a:t>Klik for at redigere titeltypografien i masteren</a:t>
            </a:r>
          </a:p>
        </p:txBody>
      </p:sp>
      <p:sp>
        <p:nvSpPr>
          <p:cNvPr id="3" name="Pladsholder til dato 2">
            <a:extLst>
              <a:ext uri="{FF2B5EF4-FFF2-40B4-BE49-F238E27FC236}">
                <a16:creationId xmlns:a16="http://schemas.microsoft.com/office/drawing/2014/main" id="{15221A44-1AD7-C6F7-1A87-2DD8DE7FA325}"/>
              </a:ext>
            </a:extLst>
          </p:cNvPr>
          <p:cNvSpPr>
            <a:spLocks noGrp="1"/>
          </p:cNvSpPr>
          <p:nvPr>
            <p:ph type="dt" sz="half" idx="10"/>
          </p:nvPr>
        </p:nvSpPr>
        <p:spPr/>
        <p:txBody>
          <a:bodyPr/>
          <a:lstStyle/>
          <a:p>
            <a:fld id="{90F35A20-FC08-44D5-B50B-DC5A9485834A}" type="datetimeFigureOut">
              <a:rPr lang="da-DK" smtClean="0"/>
              <a:t>16-01-2026</a:t>
            </a:fld>
            <a:endParaRPr lang="da-DK"/>
          </a:p>
        </p:txBody>
      </p:sp>
      <p:sp>
        <p:nvSpPr>
          <p:cNvPr id="4" name="Pladsholder til sidefod 3">
            <a:extLst>
              <a:ext uri="{FF2B5EF4-FFF2-40B4-BE49-F238E27FC236}">
                <a16:creationId xmlns:a16="http://schemas.microsoft.com/office/drawing/2014/main" id="{861F85E1-824C-A206-AEA4-D5ACDA2CA0C9}"/>
              </a:ext>
            </a:extLst>
          </p:cNvPr>
          <p:cNvSpPr>
            <a:spLocks noGrp="1"/>
          </p:cNvSpPr>
          <p:nvPr>
            <p:ph type="ftr" sz="quarter" idx="11"/>
          </p:nvPr>
        </p:nvSpPr>
        <p:spPr/>
        <p:txBody>
          <a:bodyPr/>
          <a:lstStyle/>
          <a:p>
            <a:endParaRPr lang="da-DK"/>
          </a:p>
        </p:txBody>
      </p:sp>
      <p:sp>
        <p:nvSpPr>
          <p:cNvPr id="5" name="Pladsholder til slidenummer 4">
            <a:extLst>
              <a:ext uri="{FF2B5EF4-FFF2-40B4-BE49-F238E27FC236}">
                <a16:creationId xmlns:a16="http://schemas.microsoft.com/office/drawing/2014/main" id="{2731B0B8-1D49-B919-ECB8-3DA46FD4D503}"/>
              </a:ext>
            </a:extLst>
          </p:cNvPr>
          <p:cNvSpPr>
            <a:spLocks noGrp="1"/>
          </p:cNvSpPr>
          <p:nvPr>
            <p:ph type="sldNum" sz="quarter" idx="12"/>
          </p:nvPr>
        </p:nvSpPr>
        <p:spPr/>
        <p:txBody>
          <a:bodyPr/>
          <a:lstStyle/>
          <a:p>
            <a:fld id="{05871553-9B9C-4F39-B701-077188A9CAEA}" type="slidenum">
              <a:rPr lang="da-DK" smtClean="0"/>
              <a:t>‹nr.›</a:t>
            </a:fld>
            <a:endParaRPr lang="da-DK"/>
          </a:p>
        </p:txBody>
      </p:sp>
    </p:spTree>
    <p:extLst>
      <p:ext uri="{BB962C8B-B14F-4D97-AF65-F5344CB8AC3E}">
        <p14:creationId xmlns:p14="http://schemas.microsoft.com/office/powerpoint/2010/main" val="4122867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99D66430-D4ED-DF9D-E97D-D607644A7A22}"/>
              </a:ext>
            </a:extLst>
          </p:cNvPr>
          <p:cNvSpPr>
            <a:spLocks noGrp="1"/>
          </p:cNvSpPr>
          <p:nvPr>
            <p:ph type="dt" sz="half" idx="10"/>
          </p:nvPr>
        </p:nvSpPr>
        <p:spPr/>
        <p:txBody>
          <a:bodyPr/>
          <a:lstStyle/>
          <a:p>
            <a:fld id="{90F35A20-FC08-44D5-B50B-DC5A9485834A}" type="datetimeFigureOut">
              <a:rPr lang="da-DK" smtClean="0"/>
              <a:t>16-01-2026</a:t>
            </a:fld>
            <a:endParaRPr lang="da-DK"/>
          </a:p>
        </p:txBody>
      </p:sp>
      <p:sp>
        <p:nvSpPr>
          <p:cNvPr id="3" name="Pladsholder til sidefod 2">
            <a:extLst>
              <a:ext uri="{FF2B5EF4-FFF2-40B4-BE49-F238E27FC236}">
                <a16:creationId xmlns:a16="http://schemas.microsoft.com/office/drawing/2014/main" id="{45A90266-4651-7EEA-5399-A6B249A8B404}"/>
              </a:ext>
            </a:extLst>
          </p:cNvPr>
          <p:cNvSpPr>
            <a:spLocks noGrp="1"/>
          </p:cNvSpPr>
          <p:nvPr>
            <p:ph type="ftr" sz="quarter" idx="11"/>
          </p:nvPr>
        </p:nvSpPr>
        <p:spPr/>
        <p:txBody>
          <a:bodyPr/>
          <a:lstStyle/>
          <a:p>
            <a:endParaRPr lang="da-DK"/>
          </a:p>
        </p:txBody>
      </p:sp>
      <p:sp>
        <p:nvSpPr>
          <p:cNvPr id="4" name="Pladsholder til slidenummer 3">
            <a:extLst>
              <a:ext uri="{FF2B5EF4-FFF2-40B4-BE49-F238E27FC236}">
                <a16:creationId xmlns:a16="http://schemas.microsoft.com/office/drawing/2014/main" id="{51B5DBF1-A201-D1FA-103B-D74D21DF71FC}"/>
              </a:ext>
            </a:extLst>
          </p:cNvPr>
          <p:cNvSpPr>
            <a:spLocks noGrp="1"/>
          </p:cNvSpPr>
          <p:nvPr>
            <p:ph type="sldNum" sz="quarter" idx="12"/>
          </p:nvPr>
        </p:nvSpPr>
        <p:spPr/>
        <p:txBody>
          <a:bodyPr/>
          <a:lstStyle/>
          <a:p>
            <a:fld id="{05871553-9B9C-4F39-B701-077188A9CAEA}" type="slidenum">
              <a:rPr lang="da-DK" smtClean="0"/>
              <a:t>‹nr.›</a:t>
            </a:fld>
            <a:endParaRPr lang="da-DK"/>
          </a:p>
        </p:txBody>
      </p:sp>
    </p:spTree>
    <p:extLst>
      <p:ext uri="{BB962C8B-B14F-4D97-AF65-F5344CB8AC3E}">
        <p14:creationId xmlns:p14="http://schemas.microsoft.com/office/powerpoint/2010/main" val="4033259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D7AF87-FE45-2787-03C0-1DD44A0E15D9}"/>
              </a:ext>
            </a:extLst>
          </p:cNvPr>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p>
        </p:txBody>
      </p:sp>
      <p:sp>
        <p:nvSpPr>
          <p:cNvPr id="3" name="Pladsholder til indhold 2">
            <a:extLst>
              <a:ext uri="{FF2B5EF4-FFF2-40B4-BE49-F238E27FC236}">
                <a16:creationId xmlns:a16="http://schemas.microsoft.com/office/drawing/2014/main" id="{46844DE1-C200-8BE1-B62D-55A96C6D11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tekst 3">
            <a:extLst>
              <a:ext uri="{FF2B5EF4-FFF2-40B4-BE49-F238E27FC236}">
                <a16:creationId xmlns:a16="http://schemas.microsoft.com/office/drawing/2014/main" id="{5AA1EB6F-CDF3-2B31-AEF2-A16D769E6F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Pladsholder til dato 4">
            <a:extLst>
              <a:ext uri="{FF2B5EF4-FFF2-40B4-BE49-F238E27FC236}">
                <a16:creationId xmlns:a16="http://schemas.microsoft.com/office/drawing/2014/main" id="{D77C95C0-7A5D-E771-382B-39FF01C67B84}"/>
              </a:ext>
            </a:extLst>
          </p:cNvPr>
          <p:cNvSpPr>
            <a:spLocks noGrp="1"/>
          </p:cNvSpPr>
          <p:nvPr>
            <p:ph type="dt" sz="half" idx="10"/>
          </p:nvPr>
        </p:nvSpPr>
        <p:spPr/>
        <p:txBody>
          <a:bodyPr/>
          <a:lstStyle/>
          <a:p>
            <a:fld id="{90F35A20-FC08-44D5-B50B-DC5A9485834A}" type="datetimeFigureOut">
              <a:rPr lang="da-DK" smtClean="0"/>
              <a:t>16-01-2026</a:t>
            </a:fld>
            <a:endParaRPr lang="da-DK"/>
          </a:p>
        </p:txBody>
      </p:sp>
      <p:sp>
        <p:nvSpPr>
          <p:cNvPr id="6" name="Pladsholder til sidefod 5">
            <a:extLst>
              <a:ext uri="{FF2B5EF4-FFF2-40B4-BE49-F238E27FC236}">
                <a16:creationId xmlns:a16="http://schemas.microsoft.com/office/drawing/2014/main" id="{D491DBA5-939E-6FC0-6ED0-BE895E4623C3}"/>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5FA446F4-26C4-CEEA-A408-15E9CE9383D3}"/>
              </a:ext>
            </a:extLst>
          </p:cNvPr>
          <p:cNvSpPr>
            <a:spLocks noGrp="1"/>
          </p:cNvSpPr>
          <p:nvPr>
            <p:ph type="sldNum" sz="quarter" idx="12"/>
          </p:nvPr>
        </p:nvSpPr>
        <p:spPr/>
        <p:txBody>
          <a:bodyPr/>
          <a:lstStyle/>
          <a:p>
            <a:fld id="{05871553-9B9C-4F39-B701-077188A9CAEA}" type="slidenum">
              <a:rPr lang="da-DK" smtClean="0"/>
              <a:t>‹nr.›</a:t>
            </a:fld>
            <a:endParaRPr lang="da-DK"/>
          </a:p>
        </p:txBody>
      </p:sp>
    </p:spTree>
    <p:extLst>
      <p:ext uri="{BB962C8B-B14F-4D97-AF65-F5344CB8AC3E}">
        <p14:creationId xmlns:p14="http://schemas.microsoft.com/office/powerpoint/2010/main" val="1808598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F0FC80-6E51-4183-4D63-9AD3C4E20819}"/>
              </a:ext>
            </a:extLst>
          </p:cNvPr>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p>
        </p:txBody>
      </p:sp>
      <p:sp>
        <p:nvSpPr>
          <p:cNvPr id="3" name="Pladsholder til billede 2">
            <a:extLst>
              <a:ext uri="{FF2B5EF4-FFF2-40B4-BE49-F238E27FC236}">
                <a16:creationId xmlns:a16="http://schemas.microsoft.com/office/drawing/2014/main" id="{B364A9A4-77AC-E248-E80A-35C801BD55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Pladsholder til tekst 3">
            <a:extLst>
              <a:ext uri="{FF2B5EF4-FFF2-40B4-BE49-F238E27FC236}">
                <a16:creationId xmlns:a16="http://schemas.microsoft.com/office/drawing/2014/main" id="{A0D03177-B588-6E9B-2383-EAA135E9F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Pladsholder til dato 4">
            <a:extLst>
              <a:ext uri="{FF2B5EF4-FFF2-40B4-BE49-F238E27FC236}">
                <a16:creationId xmlns:a16="http://schemas.microsoft.com/office/drawing/2014/main" id="{1A57B07A-EF9D-FE72-2833-817B58361B62}"/>
              </a:ext>
            </a:extLst>
          </p:cNvPr>
          <p:cNvSpPr>
            <a:spLocks noGrp="1"/>
          </p:cNvSpPr>
          <p:nvPr>
            <p:ph type="dt" sz="half" idx="10"/>
          </p:nvPr>
        </p:nvSpPr>
        <p:spPr/>
        <p:txBody>
          <a:bodyPr/>
          <a:lstStyle/>
          <a:p>
            <a:fld id="{90F35A20-FC08-44D5-B50B-DC5A9485834A}" type="datetimeFigureOut">
              <a:rPr lang="da-DK" smtClean="0"/>
              <a:t>16-01-2026</a:t>
            </a:fld>
            <a:endParaRPr lang="da-DK"/>
          </a:p>
        </p:txBody>
      </p:sp>
      <p:sp>
        <p:nvSpPr>
          <p:cNvPr id="6" name="Pladsholder til sidefod 5">
            <a:extLst>
              <a:ext uri="{FF2B5EF4-FFF2-40B4-BE49-F238E27FC236}">
                <a16:creationId xmlns:a16="http://schemas.microsoft.com/office/drawing/2014/main" id="{DC04BD7A-447C-7C84-4DC3-7FEE7AE45E1E}"/>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CA540C33-2FED-2BDE-1C8E-36ECECBA705B}"/>
              </a:ext>
            </a:extLst>
          </p:cNvPr>
          <p:cNvSpPr>
            <a:spLocks noGrp="1"/>
          </p:cNvSpPr>
          <p:nvPr>
            <p:ph type="sldNum" sz="quarter" idx="12"/>
          </p:nvPr>
        </p:nvSpPr>
        <p:spPr/>
        <p:txBody>
          <a:bodyPr/>
          <a:lstStyle/>
          <a:p>
            <a:fld id="{05871553-9B9C-4F39-B701-077188A9CAEA}" type="slidenum">
              <a:rPr lang="da-DK" smtClean="0"/>
              <a:t>‹nr.›</a:t>
            </a:fld>
            <a:endParaRPr lang="da-DK"/>
          </a:p>
        </p:txBody>
      </p:sp>
    </p:spTree>
    <p:extLst>
      <p:ext uri="{BB962C8B-B14F-4D97-AF65-F5344CB8AC3E}">
        <p14:creationId xmlns:p14="http://schemas.microsoft.com/office/powerpoint/2010/main" val="426091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C619F2-9FDE-5E10-74A5-471BDB711A37}"/>
              </a:ext>
            </a:extLst>
          </p:cNvPr>
          <p:cNvSpPr>
            <a:spLocks noGrp="1"/>
          </p:cNvSpPr>
          <p:nvPr>
            <p:ph type="title"/>
          </p:nvPr>
        </p:nvSpPr>
        <p:spPr/>
        <p:txBody>
          <a:bodyPr/>
          <a:lstStyle/>
          <a:p>
            <a:r>
              <a:rPr lang="da-DK"/>
              <a:t>Klik for at redigere titeltypografien i masteren</a:t>
            </a:r>
          </a:p>
        </p:txBody>
      </p:sp>
      <p:sp>
        <p:nvSpPr>
          <p:cNvPr id="3" name="Pladsholder til lodret titel 2">
            <a:extLst>
              <a:ext uri="{FF2B5EF4-FFF2-40B4-BE49-F238E27FC236}">
                <a16:creationId xmlns:a16="http://schemas.microsoft.com/office/drawing/2014/main" id="{5A1E7179-C993-0827-EA6E-71AA9798F5BE}"/>
              </a:ext>
            </a:extLst>
          </p:cNvPr>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869E8A10-1D6B-6C61-B0C3-618BBCDA4398}"/>
              </a:ext>
            </a:extLst>
          </p:cNvPr>
          <p:cNvSpPr>
            <a:spLocks noGrp="1"/>
          </p:cNvSpPr>
          <p:nvPr>
            <p:ph type="dt" sz="half" idx="10"/>
          </p:nvPr>
        </p:nvSpPr>
        <p:spPr/>
        <p:txBody>
          <a:bodyPr/>
          <a:lstStyle/>
          <a:p>
            <a:fld id="{90F35A20-FC08-44D5-B50B-DC5A9485834A}" type="datetimeFigureOut">
              <a:rPr lang="da-DK" smtClean="0"/>
              <a:t>16-01-2026</a:t>
            </a:fld>
            <a:endParaRPr lang="da-DK"/>
          </a:p>
        </p:txBody>
      </p:sp>
      <p:sp>
        <p:nvSpPr>
          <p:cNvPr id="5" name="Pladsholder til sidefod 4">
            <a:extLst>
              <a:ext uri="{FF2B5EF4-FFF2-40B4-BE49-F238E27FC236}">
                <a16:creationId xmlns:a16="http://schemas.microsoft.com/office/drawing/2014/main" id="{EB7A0CB8-DBCE-FE43-D744-567BEC178B9F}"/>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02FD7284-4126-E9EA-D32E-558EA557BC0B}"/>
              </a:ext>
            </a:extLst>
          </p:cNvPr>
          <p:cNvSpPr>
            <a:spLocks noGrp="1"/>
          </p:cNvSpPr>
          <p:nvPr>
            <p:ph type="sldNum" sz="quarter" idx="12"/>
          </p:nvPr>
        </p:nvSpPr>
        <p:spPr/>
        <p:txBody>
          <a:bodyPr/>
          <a:lstStyle/>
          <a:p>
            <a:fld id="{05871553-9B9C-4F39-B701-077188A9CAEA}" type="slidenum">
              <a:rPr lang="da-DK" smtClean="0"/>
              <a:t>‹nr.›</a:t>
            </a:fld>
            <a:endParaRPr lang="da-DK"/>
          </a:p>
        </p:txBody>
      </p:sp>
    </p:spTree>
    <p:extLst>
      <p:ext uri="{BB962C8B-B14F-4D97-AF65-F5344CB8AC3E}">
        <p14:creationId xmlns:p14="http://schemas.microsoft.com/office/powerpoint/2010/main" val="2327128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Lodret titel 1">
            <a:extLst>
              <a:ext uri="{FF2B5EF4-FFF2-40B4-BE49-F238E27FC236}">
                <a16:creationId xmlns:a16="http://schemas.microsoft.com/office/drawing/2014/main" id="{51026FBA-4F87-4555-30D2-768D7CF5D7E7}"/>
              </a:ext>
            </a:extLst>
          </p:cNvPr>
          <p:cNvSpPr>
            <a:spLocks noGrp="1"/>
          </p:cNvSpPr>
          <p:nvPr>
            <p:ph type="title" orient="vert"/>
          </p:nvPr>
        </p:nvSpPr>
        <p:spPr>
          <a:xfrm>
            <a:off x="8724900" y="365125"/>
            <a:ext cx="2628900" cy="5811838"/>
          </a:xfrm>
        </p:spPr>
        <p:txBody>
          <a:bodyPr vert="eaVert"/>
          <a:lstStyle/>
          <a:p>
            <a:r>
              <a:rPr lang="da-DK"/>
              <a:t>Klik for at redigere titeltypografien i masteren</a:t>
            </a:r>
          </a:p>
        </p:txBody>
      </p:sp>
      <p:sp>
        <p:nvSpPr>
          <p:cNvPr id="3" name="Pladsholder til lodret titel 2">
            <a:extLst>
              <a:ext uri="{FF2B5EF4-FFF2-40B4-BE49-F238E27FC236}">
                <a16:creationId xmlns:a16="http://schemas.microsoft.com/office/drawing/2014/main" id="{FE9588A3-2883-45F4-E9BB-33DEFEBD78EB}"/>
              </a:ext>
            </a:extLst>
          </p:cNvPr>
          <p:cNvSpPr>
            <a:spLocks noGrp="1"/>
          </p:cNvSpPr>
          <p:nvPr>
            <p:ph type="body" orient="vert" idx="1"/>
          </p:nvPr>
        </p:nvSpPr>
        <p:spPr>
          <a:xfrm>
            <a:off x="838200" y="365125"/>
            <a:ext cx="7734300" cy="5811838"/>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18B45104-E854-0F7E-43B0-3736453DB0E8}"/>
              </a:ext>
            </a:extLst>
          </p:cNvPr>
          <p:cNvSpPr>
            <a:spLocks noGrp="1"/>
          </p:cNvSpPr>
          <p:nvPr>
            <p:ph type="dt" sz="half" idx="10"/>
          </p:nvPr>
        </p:nvSpPr>
        <p:spPr/>
        <p:txBody>
          <a:bodyPr/>
          <a:lstStyle/>
          <a:p>
            <a:fld id="{90F35A20-FC08-44D5-B50B-DC5A9485834A}" type="datetimeFigureOut">
              <a:rPr lang="da-DK" smtClean="0"/>
              <a:t>16-01-2026</a:t>
            </a:fld>
            <a:endParaRPr lang="da-DK"/>
          </a:p>
        </p:txBody>
      </p:sp>
      <p:sp>
        <p:nvSpPr>
          <p:cNvPr id="5" name="Pladsholder til sidefod 4">
            <a:extLst>
              <a:ext uri="{FF2B5EF4-FFF2-40B4-BE49-F238E27FC236}">
                <a16:creationId xmlns:a16="http://schemas.microsoft.com/office/drawing/2014/main" id="{76EA17D8-A684-47FF-C495-A7A3B7311103}"/>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6F6979C8-53E2-B361-86A1-0C118ED81753}"/>
              </a:ext>
            </a:extLst>
          </p:cNvPr>
          <p:cNvSpPr>
            <a:spLocks noGrp="1"/>
          </p:cNvSpPr>
          <p:nvPr>
            <p:ph type="sldNum" sz="quarter" idx="12"/>
          </p:nvPr>
        </p:nvSpPr>
        <p:spPr/>
        <p:txBody>
          <a:bodyPr/>
          <a:lstStyle/>
          <a:p>
            <a:fld id="{05871553-9B9C-4F39-B701-077188A9CAEA}" type="slidenum">
              <a:rPr lang="da-DK" smtClean="0"/>
              <a:t>‹nr.›</a:t>
            </a:fld>
            <a:endParaRPr lang="da-DK"/>
          </a:p>
        </p:txBody>
      </p:sp>
    </p:spTree>
    <p:extLst>
      <p:ext uri="{BB962C8B-B14F-4D97-AF65-F5344CB8AC3E}">
        <p14:creationId xmlns:p14="http://schemas.microsoft.com/office/powerpoint/2010/main" val="3874372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a:extLst>
              <a:ext uri="{FF2B5EF4-FFF2-40B4-BE49-F238E27FC236}">
                <a16:creationId xmlns:a16="http://schemas.microsoft.com/office/drawing/2014/main" id="{B3E28A71-DA08-562E-D1CC-8181CE828F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a:t>Klik for at redigere titeltypografien i masteren</a:t>
            </a:r>
          </a:p>
        </p:txBody>
      </p:sp>
      <p:sp>
        <p:nvSpPr>
          <p:cNvPr id="3" name="Pladsholder til tekst 2">
            <a:extLst>
              <a:ext uri="{FF2B5EF4-FFF2-40B4-BE49-F238E27FC236}">
                <a16:creationId xmlns:a16="http://schemas.microsoft.com/office/drawing/2014/main" id="{348EFDFB-EEBF-3774-59EE-CE9323C475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B5035624-D82A-9DEC-13F5-A32C8B6906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F35A20-FC08-44D5-B50B-DC5A9485834A}" type="datetimeFigureOut">
              <a:rPr lang="da-DK" smtClean="0"/>
              <a:t>16-01-2026</a:t>
            </a:fld>
            <a:endParaRPr lang="da-DK"/>
          </a:p>
        </p:txBody>
      </p:sp>
      <p:sp>
        <p:nvSpPr>
          <p:cNvPr id="5" name="Pladsholder til sidefod 4">
            <a:extLst>
              <a:ext uri="{FF2B5EF4-FFF2-40B4-BE49-F238E27FC236}">
                <a16:creationId xmlns:a16="http://schemas.microsoft.com/office/drawing/2014/main" id="{5F143C2F-96B7-1F03-7278-3B000ACB7E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Pladsholder til slidenummer 5">
            <a:extLst>
              <a:ext uri="{FF2B5EF4-FFF2-40B4-BE49-F238E27FC236}">
                <a16:creationId xmlns:a16="http://schemas.microsoft.com/office/drawing/2014/main" id="{EFB362A5-A84B-D724-8F72-B1B4204779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871553-9B9C-4F39-B701-077188A9CAEA}" type="slidenum">
              <a:rPr lang="da-DK" smtClean="0"/>
              <a:t>‹nr.›</a:t>
            </a:fld>
            <a:endParaRPr lang="da-DK"/>
          </a:p>
        </p:txBody>
      </p:sp>
    </p:spTree>
    <p:extLst>
      <p:ext uri="{BB962C8B-B14F-4D97-AF65-F5344CB8AC3E}">
        <p14:creationId xmlns:p14="http://schemas.microsoft.com/office/powerpoint/2010/main" val="25630567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2BFF8E-CD1C-3F79-E5D6-597E6E897A76}"/>
              </a:ext>
            </a:extLst>
          </p:cNvPr>
          <p:cNvSpPr>
            <a:spLocks noGrp="1"/>
          </p:cNvSpPr>
          <p:nvPr>
            <p:ph type="ctrTitle"/>
          </p:nvPr>
        </p:nvSpPr>
        <p:spPr/>
        <p:txBody>
          <a:bodyPr/>
          <a:lstStyle/>
          <a:p>
            <a:endParaRPr lang="da-DK"/>
          </a:p>
        </p:txBody>
      </p:sp>
      <p:sp>
        <p:nvSpPr>
          <p:cNvPr id="3" name="Undertitel 2">
            <a:extLst>
              <a:ext uri="{FF2B5EF4-FFF2-40B4-BE49-F238E27FC236}">
                <a16:creationId xmlns:a16="http://schemas.microsoft.com/office/drawing/2014/main" id="{264327CE-C396-3D64-E019-54049CACC990}"/>
              </a:ext>
            </a:extLst>
          </p:cNvPr>
          <p:cNvSpPr>
            <a:spLocks noGrp="1"/>
          </p:cNvSpPr>
          <p:nvPr>
            <p:ph type="subTitle" idx="1"/>
          </p:nvPr>
        </p:nvSpPr>
        <p:spPr/>
        <p:txBody>
          <a:bodyPr/>
          <a:lstStyle/>
          <a:p>
            <a:endParaRPr lang="da-DK"/>
          </a:p>
        </p:txBody>
      </p:sp>
      <p:sp>
        <p:nvSpPr>
          <p:cNvPr id="6" name="Rektangel 5">
            <a:extLst>
              <a:ext uri="{FF2B5EF4-FFF2-40B4-BE49-F238E27FC236}">
                <a16:creationId xmlns:a16="http://schemas.microsoft.com/office/drawing/2014/main" id="{86D4F9ED-8E10-7E1B-7D4A-C17B0A1BBCBF}"/>
              </a:ext>
            </a:extLst>
          </p:cNvPr>
          <p:cNvSpPr/>
          <p:nvPr/>
        </p:nvSpPr>
        <p:spPr>
          <a:xfrm>
            <a:off x="655608" y="664234"/>
            <a:ext cx="4856671" cy="30710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5" name="Billede 4">
            <a:extLst>
              <a:ext uri="{FF2B5EF4-FFF2-40B4-BE49-F238E27FC236}">
                <a16:creationId xmlns:a16="http://schemas.microsoft.com/office/drawing/2014/main" id="{41B4E9A4-06F4-0763-6446-8C589E126FA8}"/>
              </a:ext>
            </a:extLst>
          </p:cNvPr>
          <p:cNvPicPr>
            <a:picLocks noChangeAspect="1"/>
          </p:cNvPicPr>
          <p:nvPr/>
        </p:nvPicPr>
        <p:blipFill>
          <a:blip r:embed="rId2"/>
          <a:srcRect l="2055" t="10935" r="1845" b="10071"/>
          <a:stretch/>
        </p:blipFill>
        <p:spPr>
          <a:xfrm>
            <a:off x="2800709" y="1207697"/>
            <a:ext cx="6590581" cy="5417389"/>
          </a:xfrm>
          <a:prstGeom prst="rect">
            <a:avLst/>
          </a:prstGeom>
        </p:spPr>
      </p:pic>
    </p:spTree>
    <p:extLst>
      <p:ext uri="{BB962C8B-B14F-4D97-AF65-F5344CB8AC3E}">
        <p14:creationId xmlns:p14="http://schemas.microsoft.com/office/powerpoint/2010/main" val="1136789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uppe 10">
            <a:extLst>
              <a:ext uri="{FF2B5EF4-FFF2-40B4-BE49-F238E27FC236}">
                <a16:creationId xmlns:a16="http://schemas.microsoft.com/office/drawing/2014/main" id="{0CC74BC0-E49A-C5B3-869B-8C234983FD97}"/>
              </a:ext>
            </a:extLst>
          </p:cNvPr>
          <p:cNvGrpSpPr/>
          <p:nvPr/>
        </p:nvGrpSpPr>
        <p:grpSpPr>
          <a:xfrm>
            <a:off x="3432609" y="0"/>
            <a:ext cx="5326782" cy="6858000"/>
            <a:chOff x="3432609" y="0"/>
            <a:chExt cx="5326782" cy="6858000"/>
          </a:xfrm>
        </p:grpSpPr>
        <p:pic>
          <p:nvPicPr>
            <p:cNvPr id="5" name="Billede 4">
              <a:extLst>
                <a:ext uri="{FF2B5EF4-FFF2-40B4-BE49-F238E27FC236}">
                  <a16:creationId xmlns:a16="http://schemas.microsoft.com/office/drawing/2014/main" id="{1CAFB348-DCAB-6842-36A6-294DA4FCD1A2}"/>
                </a:ext>
              </a:extLst>
            </p:cNvPr>
            <p:cNvPicPr>
              <a:picLocks noChangeAspect="1"/>
            </p:cNvPicPr>
            <p:nvPr/>
          </p:nvPicPr>
          <p:blipFill>
            <a:blip r:embed="rId2"/>
            <a:stretch>
              <a:fillRect/>
            </a:stretch>
          </p:blipFill>
          <p:spPr>
            <a:xfrm>
              <a:off x="3432609" y="0"/>
              <a:ext cx="5326782" cy="6858000"/>
            </a:xfrm>
            <a:prstGeom prst="rect">
              <a:avLst/>
            </a:prstGeom>
          </p:spPr>
        </p:pic>
        <p:sp>
          <p:nvSpPr>
            <p:cNvPr id="6" name="Tekstfelt 5">
              <a:extLst>
                <a:ext uri="{FF2B5EF4-FFF2-40B4-BE49-F238E27FC236}">
                  <a16:creationId xmlns:a16="http://schemas.microsoft.com/office/drawing/2014/main" id="{05BAD363-6C5F-63B5-7B24-F4179EA52300}"/>
                </a:ext>
              </a:extLst>
            </p:cNvPr>
            <p:cNvSpPr txBox="1"/>
            <p:nvPr/>
          </p:nvSpPr>
          <p:spPr>
            <a:xfrm>
              <a:off x="3623093" y="1596017"/>
              <a:ext cx="1718740" cy="400110"/>
            </a:xfrm>
            <a:prstGeom prst="rect">
              <a:avLst/>
            </a:prstGeom>
            <a:noFill/>
          </p:spPr>
          <p:txBody>
            <a:bodyPr wrap="none" rtlCol="0">
              <a:spAutoFit/>
            </a:bodyPr>
            <a:lstStyle/>
            <a:p>
              <a:r>
                <a:rPr lang="da-DK" sz="2000" dirty="0">
                  <a:solidFill>
                    <a:srgbClr val="473105"/>
                  </a:solidFill>
                  <a:latin typeface="Brush Script MT" panose="03060802040406070304" pitchFamily="66" charset="0"/>
                </a:rPr>
                <a:t>Dear Sir/Madam</a:t>
              </a:r>
            </a:p>
          </p:txBody>
        </p:sp>
        <p:sp>
          <p:nvSpPr>
            <p:cNvPr id="9" name="Tekstfelt 8">
              <a:extLst>
                <a:ext uri="{FF2B5EF4-FFF2-40B4-BE49-F238E27FC236}">
                  <a16:creationId xmlns:a16="http://schemas.microsoft.com/office/drawing/2014/main" id="{6494E7AC-1891-E822-EEAB-2DCEBAB64373}"/>
                </a:ext>
              </a:extLst>
            </p:cNvPr>
            <p:cNvSpPr txBox="1"/>
            <p:nvPr/>
          </p:nvSpPr>
          <p:spPr>
            <a:xfrm>
              <a:off x="3838754" y="2101970"/>
              <a:ext cx="4514491" cy="3416320"/>
            </a:xfrm>
            <a:prstGeom prst="rect">
              <a:avLst/>
            </a:prstGeom>
            <a:noFill/>
          </p:spPr>
          <p:txBody>
            <a:bodyPr wrap="square" rtlCol="0">
              <a:spAutoFit/>
            </a:bodyPr>
            <a:lstStyle/>
            <a:p>
              <a:r>
                <a:rPr lang="en-US" dirty="0">
                  <a:solidFill>
                    <a:srgbClr val="473105"/>
                  </a:solidFill>
                  <a:latin typeface="Brush Script MT" panose="03060802040406070304" pitchFamily="66" charset="0"/>
                </a:rPr>
                <a:t>We are pleased to inform you that you have been accepted for admission to the wizarding school of your choice. Within these halls you will find more than lessons and lectures - you will uncover the discipline of wand work, the patience of study, and the courage it takes to face the unknown. Your path may lead through quiet libraries or storm-lit duels, but it will always be shaped by the choices you make and the companions you keep. Please prepare your belongings, sharpen your curiosity, and arrive ready to learn. Your journey begins now, and a place has been reserved for you among those who dare to practice the extraordinary.</a:t>
              </a:r>
              <a:endParaRPr lang="da-DK" dirty="0">
                <a:solidFill>
                  <a:srgbClr val="473105"/>
                </a:solidFill>
                <a:latin typeface="Brush Script MT" panose="03060802040406070304" pitchFamily="66" charset="0"/>
              </a:endParaRPr>
            </a:p>
          </p:txBody>
        </p:sp>
        <p:sp>
          <p:nvSpPr>
            <p:cNvPr id="10" name="Tekstfelt 9">
              <a:extLst>
                <a:ext uri="{FF2B5EF4-FFF2-40B4-BE49-F238E27FC236}">
                  <a16:creationId xmlns:a16="http://schemas.microsoft.com/office/drawing/2014/main" id="{55946149-89C9-DDB6-55DA-986C787F36D4}"/>
                </a:ext>
              </a:extLst>
            </p:cNvPr>
            <p:cNvSpPr txBox="1"/>
            <p:nvPr/>
          </p:nvSpPr>
          <p:spPr>
            <a:xfrm>
              <a:off x="3623093" y="5788035"/>
              <a:ext cx="2304733" cy="707886"/>
            </a:xfrm>
            <a:prstGeom prst="rect">
              <a:avLst/>
            </a:prstGeom>
            <a:noFill/>
          </p:spPr>
          <p:txBody>
            <a:bodyPr wrap="none" rtlCol="0">
              <a:spAutoFit/>
            </a:bodyPr>
            <a:lstStyle/>
            <a:p>
              <a:r>
                <a:rPr lang="en-US" sz="2000" b="1" dirty="0">
                  <a:solidFill>
                    <a:srgbClr val="473105"/>
                  </a:solidFill>
                  <a:latin typeface="Brush Script MT" panose="03060802040406070304" pitchFamily="66" charset="0"/>
                </a:rPr>
                <a:t>With highest regards,</a:t>
              </a:r>
            </a:p>
            <a:p>
              <a:r>
                <a:rPr lang="en-US" sz="2000" dirty="0">
                  <a:solidFill>
                    <a:srgbClr val="473105"/>
                  </a:solidFill>
                  <a:latin typeface="Brush Script MT" panose="03060802040406070304" pitchFamily="66" charset="0"/>
                </a:rPr>
                <a:t>The Office of Admissions</a:t>
              </a:r>
              <a:endParaRPr lang="da-DK" sz="2000" dirty="0">
                <a:solidFill>
                  <a:srgbClr val="473105"/>
                </a:solidFill>
                <a:latin typeface="Brush Script MT" panose="03060802040406070304" pitchFamily="66" charset="0"/>
              </a:endParaRPr>
            </a:p>
          </p:txBody>
        </p:sp>
      </p:grpSp>
    </p:spTree>
    <p:extLst>
      <p:ext uri="{BB962C8B-B14F-4D97-AF65-F5344CB8AC3E}">
        <p14:creationId xmlns:p14="http://schemas.microsoft.com/office/powerpoint/2010/main" val="4239437534"/>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134</Words>
  <Application>Microsoft Office PowerPoint</Application>
  <PresentationFormat>Widescreen</PresentationFormat>
  <Paragraphs>4</Paragraphs>
  <Slides>2</Slides>
  <Notes>0</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2</vt:i4>
      </vt:variant>
    </vt:vector>
  </HeadingPairs>
  <TitlesOfParts>
    <vt:vector size="7" baseType="lpstr">
      <vt:lpstr>Aptos</vt:lpstr>
      <vt:lpstr>Aptos Display</vt:lpstr>
      <vt:lpstr>Arial</vt:lpstr>
      <vt:lpstr>Brush Script MT</vt:lpstr>
      <vt:lpstr>Office-tema</vt:lpstr>
      <vt:lpstr>PowerPoint-præsentation</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Andreas Nielsen</dc:creator>
  <cp:lastModifiedBy>Andreas Nielsen</cp:lastModifiedBy>
  <cp:revision>1</cp:revision>
  <dcterms:created xsi:type="dcterms:W3CDTF">2026-01-16T12:09:20Z</dcterms:created>
  <dcterms:modified xsi:type="dcterms:W3CDTF">2026-01-16T12:09:29Z</dcterms:modified>
</cp:coreProperties>
</file>